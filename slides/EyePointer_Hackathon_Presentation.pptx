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1338560" cy="6172200"/>
          </a:xfrm>
          <a:prstGeom prst="roundRect">
            <a:avLst>
              <a:gd name="adj" fmla="val 2370"/>
            </a:avLst>
          </a:prstGeom>
          <a:solidFill>
            <a:srgbClr val="F9FCFD"/>
          </a:solidFill>
          <a:ln w="12700">
            <a:solidFill>
              <a:srgbClr val="E3EE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502920"/>
            <a:ext cx="4343400" cy="5440680"/>
          </a:xfrm>
          <a:prstGeom prst="roundRect">
            <a:avLst>
              <a:gd name="adj" fmla="val 3789"/>
            </a:avLst>
          </a:prstGeom>
          <a:solidFill>
            <a:srgbClr val="031029"/>
          </a:solidFill>
          <a:ln w="12700">
            <a:solidFill>
              <a:srgbClr val="0310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21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8D5"/>
                </a:solidFill>
              </a:rPr>
              <a:t>EYEPOINTER MVP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914400"/>
            <a:ext cx="53035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Eye-driven hospital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requests for quick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bedside communication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3273552"/>
            <a:ext cx="5303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5466"/>
                </a:solidFill>
              </a:rPr>
              <a:t>A gaze-based interface that lets patients trigger common requests and emergency alerts hands-free, while a live caretaker panel tracks events in real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41605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EFF8FA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43068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Calibration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4636008"/>
            <a:ext cx="13716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Guided setup before entering the patient dashboard.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87752" y="41605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3F7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0632" y="43068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3-second dwell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70632" y="4636008"/>
            <a:ext cx="1463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Requests activate only when focus stays locked.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41605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FF8FA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43068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Caretaker feed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4636008"/>
            <a:ext cx="14630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Requests and emergency alerts are logged live.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539496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8F8F6"/>
          </a:solidFill>
          <a:ln w="12700">
            <a:solidFill>
              <a:srgbClr val="E8F8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44982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Technical Competition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87168" y="539496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54498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React + 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53949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544982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66CC"/>
                </a:solidFill>
              </a:rPr>
              <a:t>WebGazer.js</a:t>
            </a:r>
            <a:endParaRPr lang="en-US" sz="1000" dirty="0"/>
          </a:p>
        </p:txBody>
      </p:sp>
      <p:pic>
        <p:nvPicPr>
          <p:cNvPr id="22" name="Image 0" descr="/mnt/data/calibration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8163" y="1508760"/>
            <a:ext cx="1274514" cy="2651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78040" y="868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Look at each highlighted point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178040" y="6583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1FF"/>
                </a:solidFill>
              </a:rPr>
              <a:t>Calibration flow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78040" y="43159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E3F0"/>
                </a:solidFill>
              </a:rPr>
              <a:t>Patient setup, dwell timing, and request logging in one accessible flow.</a:t>
            </a:r>
            <a:endParaRPr lang="en-US" sz="1400" dirty="0"/>
          </a:p>
        </p:txBody>
      </p:sp>
      <p:pic>
        <p:nvPicPr>
          <p:cNvPr id="26" name="Image 1" descr="/mnt/data/dashboard_top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419" y="4892040"/>
            <a:ext cx="2443161" cy="56692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" y="6446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EyePointer MVP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9692640" y="64465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Muhammed Yasin N 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→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EyePointer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Designed for patients with limited arm mobility who still need fast, reliable bedside communication.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6F6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8366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108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Patients who cannot easily use their hands may struggle to call for help, communicate basic needs, or escalate emergencies quickly.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2FBF8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1181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What EyePointer changes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447288"/>
            <a:ext cx="3108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A simple gaze-controlled interface makes common requests available without requiring touch, typing, or spoken input.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0391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19659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Large high-contrast request cards are easy to target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24963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24231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3-second dwell confirmation reduces accidental triggers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29535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28803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Emergency escalation is always visible and prioritized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34107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33375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Caretaker feed shows live events with timestamps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69080" y="1783080"/>
            <a:ext cx="0" cy="3931920"/>
          </a:xfrm>
          <a:prstGeom prst="line">
            <a:avLst/>
          </a:prstGeom>
          <a:noFill/>
          <a:ln w="12700">
            <a:solidFill>
              <a:srgbClr val="CF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737360"/>
            <a:ext cx="3611880" cy="4526280"/>
          </a:xfrm>
          <a:prstGeom prst="roundRect">
            <a:avLst>
              <a:gd name="adj" fmla="val 3544"/>
            </a:avLst>
          </a:prstGeom>
          <a:solidFill>
            <a:srgbClr val="031029"/>
          </a:solidFill>
          <a:ln w="12700">
            <a:solidFill>
              <a:srgbClr val="0310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1965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E1FF"/>
                </a:solidFill>
              </a:rPr>
              <a:t>Core 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2240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Hands-free requests that feel immediate and understandable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211312" y="359359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35204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No complex onboarding for a demo use case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11312" y="405079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39776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Built around a single clear patient-to-caretaker loop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11312" y="450799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7616" y="44348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Strong hackathon story: accessibility + live system feedback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11312" y="5440680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E8F8F6"/>
          </a:solidFill>
          <a:ln w="12700">
            <a:solidFill>
              <a:srgbClr val="E8F8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549554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Accessible UI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46920" y="544068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8360" y="549554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Fast escalation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EyePointer MVP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92640" y="64465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Muhammed Yasin N 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The MVP focuses on one clean loop: calibrate gaze, focus a request, hold for 3 seconds, and log the event for caregivers.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1. Calibration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16459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User enters the setup flow and aligns gaze using highlighted points.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423160"/>
            <a:ext cx="256032" cy="256032"/>
          </a:xfrm>
          <a:prstGeom prst="chevron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6FBFD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2. Focus 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304288"/>
            <a:ext cx="16459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WebGazer tracks screen position and highlights the currently focused request card.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2423160"/>
            <a:ext cx="256032" cy="256032"/>
          </a:xfrm>
          <a:prstGeom prst="chevron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3. 3-second dwell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2304288"/>
            <a:ext cx="16459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A visible progress state confirms intent before activation.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2423160"/>
            <a:ext cx="256032" cy="256032"/>
          </a:xfrm>
          <a:prstGeom prst="chevron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6FBFD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19751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4. Request logged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26680" y="2304288"/>
            <a:ext cx="164592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Frontend sends the action to the Express backend and caretaker feed updates.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8D5"/>
                </a:solidFill>
              </a:rPr>
              <a:t>Stack used for the demo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0690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2153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Frontend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544568"/>
            <a:ext cx="1737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React + TypeScript + Tailwind for the patient interface, caretaker panel, and stateful focus behavior.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0" y="40690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08960" y="42153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Eye tracking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08960" y="4544568"/>
            <a:ext cx="1737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WebGazer.js provides gaze estimation. Mouse simulation is available for reliable demo testing.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40690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49240" y="42153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Backend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4544568"/>
            <a:ext cx="1737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Express API stores in-memory patient events and exposes them to the live panel.</a:t>
            </a:r>
            <a:endParaRPr lang="en-US" sz="1100" dirty="0"/>
          </a:p>
        </p:txBody>
      </p:sp>
      <p:pic>
        <p:nvPicPr>
          <p:cNvPr id="30" name="Image 0" descr="/mnt/data/dashboard_focus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094" y="3840480"/>
            <a:ext cx="3178493" cy="21488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909560" y="605332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8F8F6"/>
          </a:solidFill>
          <a:ln w="12700">
            <a:solidFill>
              <a:srgbClr val="E8F8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01000" y="610819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Focus + dwell state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EyePointer MVP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692640" y="64465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Muhammed Yasin N 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judges will see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The calibration screen introduces gaze control; the dashboard shows request cards, focus timing, and the caretaker event feed.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6276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8D5"/>
                </a:solidFill>
              </a:rPr>
              <a:t>Main dashboard</a:t>
            </a:r>
            <a:endParaRPr lang="en-US" sz="1100" dirty="0"/>
          </a:p>
        </p:txBody>
      </p:sp>
      <p:pic>
        <p:nvPicPr>
          <p:cNvPr id="6" name="Image 0" descr="/mnt/data/dashboard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13" y="1874520"/>
            <a:ext cx="657863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7830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031029"/>
          </a:solidFill>
          <a:ln w="12700">
            <a:solidFill>
              <a:srgbClr val="031029"/>
            </a:solidFill>
            <a:prstDash val="solid"/>
          </a:ln>
        </p:spPr>
      </p:sp>
      <p:pic>
        <p:nvPicPr>
          <p:cNvPr id="8" name="Image 1" descr="/mnt/data/calibration_intro.png">    </p:cNvPr>
          <p:cNvPicPr>
            <a:picLocks noChangeAspect="1"/>
          </p:cNvPicPr>
          <p:nvPr/>
        </p:nvPicPr>
        <p:blipFill>
          <a:blip r:embed="rId2"/>
          <a:srcRect l="0" r="0" t="32106" b="32106"/>
          <a:stretch/>
        </p:blipFill>
        <p:spPr>
          <a:xfrm>
            <a:off x="8275320" y="1892808"/>
            <a:ext cx="2560320" cy="16276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38404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031029"/>
          </a:solidFill>
          <a:ln w="12700">
            <a:solidFill>
              <a:srgbClr val="031029"/>
            </a:solidFill>
            <a:prstDash val="solid"/>
          </a:ln>
        </p:spPr>
      </p:sp>
      <p:pic>
        <p:nvPicPr>
          <p:cNvPr id="10" name="Image 2" descr="/mnt/data/dashboard_careta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84" y="3950208"/>
            <a:ext cx="1118192" cy="1627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66760" y="15179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8D5"/>
                </a:solidFill>
              </a:rPr>
              <a:t>Calibration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48640" y="6446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EyePointer MVP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9692640" y="64465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Muhammed Yasin N 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E1FF"/>
                </a:solidFill>
              </a:rPr>
              <a:t>IMPACT +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is strong for a hackathon demo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819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50876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Clear real-world use case with accessibility at the center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391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6596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Easy-to-follow live demo: calibrate, focus, dwell, alert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42316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Strong visual feedback makes gaze interaction understandable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953512"/>
            <a:ext cx="73152" cy="73152"/>
          </a:xfrm>
          <a:prstGeom prst="ellipse">
            <a:avLst/>
          </a:prstGeom>
          <a:solidFill>
            <a:srgbClr val="12A8D5"/>
          </a:solidFill>
          <a:ln w="12700">
            <a:solidFill>
              <a:srgbClr val="12A8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88036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</a:rPr>
              <a:t>Simple architecture keeps the MVP reliable under time pressure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5FBFD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3525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Smarter assistance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681728"/>
            <a:ext cx="17373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Add preset phrases, more request categories, and caretaker acknowledgements.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4206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5FBFD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63240" y="43525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63240" y="4681728"/>
            <a:ext cx="17373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Host the app and backend for multi-device testing in care settings.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4206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5FBFD"/>
          </a:solidFill>
          <a:ln w="12700">
            <a:solidFill>
              <a:srgbClr val="CFE7ED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435254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Voice &amp; accessibility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4681728"/>
            <a:ext cx="17373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</a:rPr>
              <a:t>Layer in speech output, multilingual support, and better calibration tooling.</a:t>
            </a:r>
            <a:endParaRPr lang="en-US" sz="1100" dirty="0"/>
          </a:p>
        </p:txBody>
      </p:sp>
      <p:pic>
        <p:nvPicPr>
          <p:cNvPr id="22" name="Image 0" descr="/mnt/data/0b12358a-0cdb-4c69-acc7-e2bf05c198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545468"/>
            <a:ext cx="2880360" cy="180110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8388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EyePointer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83880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</a:rPr>
              <a:t>Solo build by Muhammed Yasin N 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83880" y="437083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8F8F6"/>
          </a:solidFill>
          <a:ln w="12700">
            <a:solidFill>
              <a:srgbClr val="E8F8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44256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MVP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326880" y="437083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18320" y="44256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BF8C"/>
                </a:solidFill>
              </a:rPr>
              <a:t>React + TS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8229600" y="54406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EF"/>
                </a:solidFill>
              </a:rPr>
              <a:t>Questions?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EyePointer MVP • Technical Competition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692640" y="64465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</a:rPr>
              <a:t>Muhammed Yasin N 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EyePointer MVP</dc:title>
  <dc:subject>EyePointer hackathon presentation</dc:subject>
  <dc:creator>OpenAI</dc:creator>
  <cp:lastModifiedBy>OpenAI</cp:lastModifiedBy>
  <cp:revision>1</cp:revision>
  <dcterms:created xsi:type="dcterms:W3CDTF">2026-03-20T23:53:05Z</dcterms:created>
  <dcterms:modified xsi:type="dcterms:W3CDTF">2026-03-20T23:53:05Z</dcterms:modified>
</cp:coreProperties>
</file>